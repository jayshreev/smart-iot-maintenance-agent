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397DA8-5854-40C0-912C-E046A9300A83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015162E-AAD7-4BEB-8DF0-891D0DAEC14A}">
      <dgm:prSet/>
      <dgm:spPr/>
      <dgm:t>
        <a:bodyPr/>
        <a:lstStyle/>
        <a:p>
          <a:r>
            <a:rPr lang="en-US"/>
            <a:t>• Telemetry ingestion (IoT Hub or simulated events)</a:t>
          </a:r>
        </a:p>
      </dgm:t>
    </dgm:pt>
    <dgm:pt modelId="{6E9F9DA9-55CC-496E-8887-18DE4B7CC03A}" type="parTrans" cxnId="{2ABD67B4-529E-47B6-BD4C-E462341DF1A3}">
      <dgm:prSet/>
      <dgm:spPr/>
      <dgm:t>
        <a:bodyPr/>
        <a:lstStyle/>
        <a:p>
          <a:endParaRPr lang="en-US"/>
        </a:p>
      </dgm:t>
    </dgm:pt>
    <dgm:pt modelId="{5DB61661-4915-42DA-8620-65A24DAEF5C2}" type="sibTrans" cxnId="{2ABD67B4-529E-47B6-BD4C-E462341DF1A3}">
      <dgm:prSet/>
      <dgm:spPr/>
      <dgm:t>
        <a:bodyPr/>
        <a:lstStyle/>
        <a:p>
          <a:endParaRPr lang="en-US"/>
        </a:p>
      </dgm:t>
    </dgm:pt>
    <dgm:pt modelId="{A9667464-1A21-495A-87B8-C0449492CE1E}">
      <dgm:prSet/>
      <dgm:spPr/>
      <dgm:t>
        <a:bodyPr/>
        <a:lstStyle/>
        <a:p>
          <a:r>
            <a:rPr lang="en-US"/>
            <a:t>• Stateful Predictor Agent (Python)</a:t>
          </a:r>
        </a:p>
      </dgm:t>
    </dgm:pt>
    <dgm:pt modelId="{53E6F549-8958-4E8C-9118-F7EFB80388B8}" type="parTrans" cxnId="{E5DFD960-FF2E-4AD9-B631-717BC86B0B1D}">
      <dgm:prSet/>
      <dgm:spPr/>
      <dgm:t>
        <a:bodyPr/>
        <a:lstStyle/>
        <a:p>
          <a:endParaRPr lang="en-US"/>
        </a:p>
      </dgm:t>
    </dgm:pt>
    <dgm:pt modelId="{82958BF7-38F3-4AEA-8AB2-9A2E58ED17AD}" type="sibTrans" cxnId="{E5DFD960-FF2E-4AD9-B631-717BC86B0B1D}">
      <dgm:prSet/>
      <dgm:spPr/>
      <dgm:t>
        <a:bodyPr/>
        <a:lstStyle/>
        <a:p>
          <a:endParaRPr lang="en-US"/>
        </a:p>
      </dgm:t>
    </dgm:pt>
    <dgm:pt modelId="{DE393758-DE03-4EF1-9270-5803CD9855E2}">
      <dgm:prSet/>
      <dgm:spPr/>
      <dgm:t>
        <a:bodyPr/>
        <a:lstStyle/>
        <a:p>
          <a:r>
            <a:rPr lang="en-US"/>
            <a:t>• Azure AI Search (RAG evidence retrieval)</a:t>
          </a:r>
        </a:p>
      </dgm:t>
    </dgm:pt>
    <dgm:pt modelId="{8F977121-2B1C-4CE9-9B0D-77CA93876377}" type="parTrans" cxnId="{06A4353E-DB1A-49CB-8B38-AAB1D4E4DBA7}">
      <dgm:prSet/>
      <dgm:spPr/>
      <dgm:t>
        <a:bodyPr/>
        <a:lstStyle/>
        <a:p>
          <a:endParaRPr lang="en-US"/>
        </a:p>
      </dgm:t>
    </dgm:pt>
    <dgm:pt modelId="{1D103F97-B6F0-4544-93FB-685056E8845C}" type="sibTrans" cxnId="{06A4353E-DB1A-49CB-8B38-AAB1D4E4DBA7}">
      <dgm:prSet/>
      <dgm:spPr/>
      <dgm:t>
        <a:bodyPr/>
        <a:lstStyle/>
        <a:p>
          <a:endParaRPr lang="en-US"/>
        </a:p>
      </dgm:t>
    </dgm:pt>
    <dgm:pt modelId="{C1301553-85C4-4828-A733-2A7A531D24A9}">
      <dgm:prSet/>
      <dgm:spPr/>
      <dgm:t>
        <a:bodyPr/>
        <a:lstStyle/>
        <a:p>
          <a:r>
            <a:rPr lang="en-US"/>
            <a:t>• Deterministic/SK-ready Planner</a:t>
          </a:r>
        </a:p>
      </dgm:t>
    </dgm:pt>
    <dgm:pt modelId="{EBE435D0-3781-4F71-A89B-7B7D3BFF80A7}" type="parTrans" cxnId="{5262C478-3587-48F4-B648-FF84F659E1CF}">
      <dgm:prSet/>
      <dgm:spPr/>
      <dgm:t>
        <a:bodyPr/>
        <a:lstStyle/>
        <a:p>
          <a:endParaRPr lang="en-US"/>
        </a:p>
      </dgm:t>
    </dgm:pt>
    <dgm:pt modelId="{9D1C27F9-73A3-45C0-B70F-266A4C177752}" type="sibTrans" cxnId="{5262C478-3587-48F4-B648-FF84F659E1CF}">
      <dgm:prSet/>
      <dgm:spPr/>
      <dgm:t>
        <a:bodyPr/>
        <a:lstStyle/>
        <a:p>
          <a:endParaRPr lang="en-US"/>
        </a:p>
      </dgm:t>
    </dgm:pt>
    <dgm:pt modelId="{F03AF4BC-F1CA-4F60-B9B6-A56BE1C2D6C1}">
      <dgm:prSet/>
      <dgm:spPr/>
      <dgm:t>
        <a:bodyPr/>
        <a:lstStyle/>
        <a:p>
          <a:r>
            <a:rPr lang="en-US"/>
            <a:t>• Alerting module</a:t>
          </a:r>
        </a:p>
      </dgm:t>
    </dgm:pt>
    <dgm:pt modelId="{B7DE3B9B-5DA7-4B03-B652-54B479D94582}" type="parTrans" cxnId="{BA170F87-4BCB-4672-9CB9-04A0A5E3DC71}">
      <dgm:prSet/>
      <dgm:spPr/>
      <dgm:t>
        <a:bodyPr/>
        <a:lstStyle/>
        <a:p>
          <a:endParaRPr lang="en-US"/>
        </a:p>
      </dgm:t>
    </dgm:pt>
    <dgm:pt modelId="{A107A124-01CD-4482-B0C0-0C22BC3517AD}" type="sibTrans" cxnId="{BA170F87-4BCB-4672-9CB9-04A0A5E3DC71}">
      <dgm:prSet/>
      <dgm:spPr/>
      <dgm:t>
        <a:bodyPr/>
        <a:lstStyle/>
        <a:p>
          <a:endParaRPr lang="en-US"/>
        </a:p>
      </dgm:t>
    </dgm:pt>
    <dgm:pt modelId="{FBA82D71-71EA-4966-86F5-880D90DEEA44}">
      <dgm:prSet/>
      <dgm:spPr/>
      <dgm:t>
        <a:bodyPr/>
        <a:lstStyle/>
        <a:p>
          <a:r>
            <a:rPr lang="en-US"/>
            <a:t>• Azure AI Foundry (Model hosting + project runtime)</a:t>
          </a:r>
        </a:p>
      </dgm:t>
    </dgm:pt>
    <dgm:pt modelId="{798D3E23-6F5D-43A4-9660-CC8EE2D58D19}" type="parTrans" cxnId="{3EF0927D-2ECB-4C65-B691-CB9D8B6C4A48}">
      <dgm:prSet/>
      <dgm:spPr/>
      <dgm:t>
        <a:bodyPr/>
        <a:lstStyle/>
        <a:p>
          <a:endParaRPr lang="en-US"/>
        </a:p>
      </dgm:t>
    </dgm:pt>
    <dgm:pt modelId="{EAC25FA1-6EA5-4722-83BD-86B38765B37F}" type="sibTrans" cxnId="{3EF0927D-2ECB-4C65-B691-CB9D8B6C4A48}">
      <dgm:prSet/>
      <dgm:spPr/>
      <dgm:t>
        <a:bodyPr/>
        <a:lstStyle/>
        <a:p>
          <a:endParaRPr lang="en-US"/>
        </a:p>
      </dgm:t>
    </dgm:pt>
    <dgm:pt modelId="{3FF9541C-02D6-4EA1-BB5A-067AC39CE46E}" type="pres">
      <dgm:prSet presAssocID="{6A397DA8-5854-40C0-912C-E046A9300A83}" presName="diagram" presStyleCnt="0">
        <dgm:presLayoutVars>
          <dgm:dir/>
          <dgm:resizeHandles val="exact"/>
        </dgm:presLayoutVars>
      </dgm:prSet>
      <dgm:spPr/>
    </dgm:pt>
    <dgm:pt modelId="{1E03670D-83ED-4807-877F-74BE2956373D}" type="pres">
      <dgm:prSet presAssocID="{F015162E-AAD7-4BEB-8DF0-891D0DAEC14A}" presName="node" presStyleLbl="node1" presStyleIdx="0" presStyleCnt="6">
        <dgm:presLayoutVars>
          <dgm:bulletEnabled val="1"/>
        </dgm:presLayoutVars>
      </dgm:prSet>
      <dgm:spPr/>
    </dgm:pt>
    <dgm:pt modelId="{7FC4BE59-0FE2-4C2C-9C2D-39441545CD0F}" type="pres">
      <dgm:prSet presAssocID="{5DB61661-4915-42DA-8620-65A24DAEF5C2}" presName="sibTrans" presStyleCnt="0"/>
      <dgm:spPr/>
    </dgm:pt>
    <dgm:pt modelId="{D1485BE5-C57D-4A50-96FD-76A88DBB4094}" type="pres">
      <dgm:prSet presAssocID="{A9667464-1A21-495A-87B8-C0449492CE1E}" presName="node" presStyleLbl="node1" presStyleIdx="1" presStyleCnt="6">
        <dgm:presLayoutVars>
          <dgm:bulletEnabled val="1"/>
        </dgm:presLayoutVars>
      </dgm:prSet>
      <dgm:spPr/>
    </dgm:pt>
    <dgm:pt modelId="{72EA45B0-6FF2-42A6-9F27-F6297923116F}" type="pres">
      <dgm:prSet presAssocID="{82958BF7-38F3-4AEA-8AB2-9A2E58ED17AD}" presName="sibTrans" presStyleCnt="0"/>
      <dgm:spPr/>
    </dgm:pt>
    <dgm:pt modelId="{9CECD94F-BC0C-4CDA-943A-ED60A50C40FA}" type="pres">
      <dgm:prSet presAssocID="{DE393758-DE03-4EF1-9270-5803CD9855E2}" presName="node" presStyleLbl="node1" presStyleIdx="2" presStyleCnt="6">
        <dgm:presLayoutVars>
          <dgm:bulletEnabled val="1"/>
        </dgm:presLayoutVars>
      </dgm:prSet>
      <dgm:spPr/>
    </dgm:pt>
    <dgm:pt modelId="{E078CF0F-0B18-4F8A-9E03-5906E1A7DCFD}" type="pres">
      <dgm:prSet presAssocID="{1D103F97-B6F0-4544-93FB-685056E8845C}" presName="sibTrans" presStyleCnt="0"/>
      <dgm:spPr/>
    </dgm:pt>
    <dgm:pt modelId="{55E77CB6-03EF-45E5-BF3E-7516E3B33FB3}" type="pres">
      <dgm:prSet presAssocID="{C1301553-85C4-4828-A733-2A7A531D24A9}" presName="node" presStyleLbl="node1" presStyleIdx="3" presStyleCnt="6">
        <dgm:presLayoutVars>
          <dgm:bulletEnabled val="1"/>
        </dgm:presLayoutVars>
      </dgm:prSet>
      <dgm:spPr/>
    </dgm:pt>
    <dgm:pt modelId="{141C1B78-0435-4D8F-91BB-406951F150E3}" type="pres">
      <dgm:prSet presAssocID="{9D1C27F9-73A3-45C0-B70F-266A4C177752}" presName="sibTrans" presStyleCnt="0"/>
      <dgm:spPr/>
    </dgm:pt>
    <dgm:pt modelId="{D55E3427-F389-4C2F-B3FB-396E8B1EFCDE}" type="pres">
      <dgm:prSet presAssocID="{F03AF4BC-F1CA-4F60-B9B6-A56BE1C2D6C1}" presName="node" presStyleLbl="node1" presStyleIdx="4" presStyleCnt="6">
        <dgm:presLayoutVars>
          <dgm:bulletEnabled val="1"/>
        </dgm:presLayoutVars>
      </dgm:prSet>
      <dgm:spPr/>
    </dgm:pt>
    <dgm:pt modelId="{22F1BDE1-B21F-4376-AD5C-BF859E388B7D}" type="pres">
      <dgm:prSet presAssocID="{A107A124-01CD-4482-B0C0-0C22BC3517AD}" presName="sibTrans" presStyleCnt="0"/>
      <dgm:spPr/>
    </dgm:pt>
    <dgm:pt modelId="{4C431799-7922-47B6-A33A-39A5C8E2E1A5}" type="pres">
      <dgm:prSet presAssocID="{FBA82D71-71EA-4966-86F5-880D90DEEA44}" presName="node" presStyleLbl="node1" presStyleIdx="5" presStyleCnt="6">
        <dgm:presLayoutVars>
          <dgm:bulletEnabled val="1"/>
        </dgm:presLayoutVars>
      </dgm:prSet>
      <dgm:spPr/>
    </dgm:pt>
  </dgm:ptLst>
  <dgm:cxnLst>
    <dgm:cxn modelId="{87B2BA2B-682B-4FCD-905D-708F5ACABA76}" type="presOf" srcId="{A9667464-1A21-495A-87B8-C0449492CE1E}" destId="{D1485BE5-C57D-4A50-96FD-76A88DBB4094}" srcOrd="0" destOrd="0" presId="urn:microsoft.com/office/officeart/2005/8/layout/default"/>
    <dgm:cxn modelId="{AAB3972F-1DD7-4165-AB6A-E8C4DAC6A71C}" type="presOf" srcId="{C1301553-85C4-4828-A733-2A7A531D24A9}" destId="{55E77CB6-03EF-45E5-BF3E-7516E3B33FB3}" srcOrd="0" destOrd="0" presId="urn:microsoft.com/office/officeart/2005/8/layout/default"/>
    <dgm:cxn modelId="{A7D0A73A-0BB7-4394-82B5-C30ADDBB9CE1}" type="presOf" srcId="{DE393758-DE03-4EF1-9270-5803CD9855E2}" destId="{9CECD94F-BC0C-4CDA-943A-ED60A50C40FA}" srcOrd="0" destOrd="0" presId="urn:microsoft.com/office/officeart/2005/8/layout/default"/>
    <dgm:cxn modelId="{06A4353E-DB1A-49CB-8B38-AAB1D4E4DBA7}" srcId="{6A397DA8-5854-40C0-912C-E046A9300A83}" destId="{DE393758-DE03-4EF1-9270-5803CD9855E2}" srcOrd="2" destOrd="0" parTransId="{8F977121-2B1C-4CE9-9B0D-77CA93876377}" sibTransId="{1D103F97-B6F0-4544-93FB-685056E8845C}"/>
    <dgm:cxn modelId="{E5DFD960-FF2E-4AD9-B631-717BC86B0B1D}" srcId="{6A397DA8-5854-40C0-912C-E046A9300A83}" destId="{A9667464-1A21-495A-87B8-C0449492CE1E}" srcOrd="1" destOrd="0" parTransId="{53E6F549-8958-4E8C-9118-F7EFB80388B8}" sibTransId="{82958BF7-38F3-4AEA-8AB2-9A2E58ED17AD}"/>
    <dgm:cxn modelId="{5262C478-3587-48F4-B648-FF84F659E1CF}" srcId="{6A397DA8-5854-40C0-912C-E046A9300A83}" destId="{C1301553-85C4-4828-A733-2A7A531D24A9}" srcOrd="3" destOrd="0" parTransId="{EBE435D0-3781-4F71-A89B-7B7D3BFF80A7}" sibTransId="{9D1C27F9-73A3-45C0-B70F-266A4C177752}"/>
    <dgm:cxn modelId="{3EF0927D-2ECB-4C65-B691-CB9D8B6C4A48}" srcId="{6A397DA8-5854-40C0-912C-E046A9300A83}" destId="{FBA82D71-71EA-4966-86F5-880D90DEEA44}" srcOrd="5" destOrd="0" parTransId="{798D3E23-6F5D-43A4-9660-CC8EE2D58D19}" sibTransId="{EAC25FA1-6EA5-4722-83BD-86B38765B37F}"/>
    <dgm:cxn modelId="{BA170F87-4BCB-4672-9CB9-04A0A5E3DC71}" srcId="{6A397DA8-5854-40C0-912C-E046A9300A83}" destId="{F03AF4BC-F1CA-4F60-B9B6-A56BE1C2D6C1}" srcOrd="4" destOrd="0" parTransId="{B7DE3B9B-5DA7-4B03-B652-54B479D94582}" sibTransId="{A107A124-01CD-4482-B0C0-0C22BC3517AD}"/>
    <dgm:cxn modelId="{45017C9A-B538-4AC1-B89F-40A59DB766A7}" type="presOf" srcId="{F03AF4BC-F1CA-4F60-B9B6-A56BE1C2D6C1}" destId="{D55E3427-F389-4C2F-B3FB-396E8B1EFCDE}" srcOrd="0" destOrd="0" presId="urn:microsoft.com/office/officeart/2005/8/layout/default"/>
    <dgm:cxn modelId="{AEFDD69E-3025-477A-AA7C-42B3B6BCB8D3}" type="presOf" srcId="{FBA82D71-71EA-4966-86F5-880D90DEEA44}" destId="{4C431799-7922-47B6-A33A-39A5C8E2E1A5}" srcOrd="0" destOrd="0" presId="urn:microsoft.com/office/officeart/2005/8/layout/default"/>
    <dgm:cxn modelId="{2ABD67B4-529E-47B6-BD4C-E462341DF1A3}" srcId="{6A397DA8-5854-40C0-912C-E046A9300A83}" destId="{F015162E-AAD7-4BEB-8DF0-891D0DAEC14A}" srcOrd="0" destOrd="0" parTransId="{6E9F9DA9-55CC-496E-8887-18DE4B7CC03A}" sibTransId="{5DB61661-4915-42DA-8620-65A24DAEF5C2}"/>
    <dgm:cxn modelId="{4ECEDED0-5035-4032-96F1-B245B77D71E0}" type="presOf" srcId="{6A397DA8-5854-40C0-912C-E046A9300A83}" destId="{3FF9541C-02D6-4EA1-BB5A-067AC39CE46E}" srcOrd="0" destOrd="0" presId="urn:microsoft.com/office/officeart/2005/8/layout/default"/>
    <dgm:cxn modelId="{90FE4DD6-8C88-4D17-AE9B-78F44684D64B}" type="presOf" srcId="{F015162E-AAD7-4BEB-8DF0-891D0DAEC14A}" destId="{1E03670D-83ED-4807-877F-74BE2956373D}" srcOrd="0" destOrd="0" presId="urn:microsoft.com/office/officeart/2005/8/layout/default"/>
    <dgm:cxn modelId="{14FE2659-E770-4013-87CD-AE988E9ECAAF}" type="presParOf" srcId="{3FF9541C-02D6-4EA1-BB5A-067AC39CE46E}" destId="{1E03670D-83ED-4807-877F-74BE2956373D}" srcOrd="0" destOrd="0" presId="urn:microsoft.com/office/officeart/2005/8/layout/default"/>
    <dgm:cxn modelId="{7CC12A11-CE0F-46CF-A529-0AD324D807FA}" type="presParOf" srcId="{3FF9541C-02D6-4EA1-BB5A-067AC39CE46E}" destId="{7FC4BE59-0FE2-4C2C-9C2D-39441545CD0F}" srcOrd="1" destOrd="0" presId="urn:microsoft.com/office/officeart/2005/8/layout/default"/>
    <dgm:cxn modelId="{B1F28754-BC32-4C74-8389-697E571ACDFE}" type="presParOf" srcId="{3FF9541C-02D6-4EA1-BB5A-067AC39CE46E}" destId="{D1485BE5-C57D-4A50-96FD-76A88DBB4094}" srcOrd="2" destOrd="0" presId="urn:microsoft.com/office/officeart/2005/8/layout/default"/>
    <dgm:cxn modelId="{BB3A271C-8176-4758-BB31-0553A983B739}" type="presParOf" srcId="{3FF9541C-02D6-4EA1-BB5A-067AC39CE46E}" destId="{72EA45B0-6FF2-42A6-9F27-F6297923116F}" srcOrd="3" destOrd="0" presId="urn:microsoft.com/office/officeart/2005/8/layout/default"/>
    <dgm:cxn modelId="{0535D85C-DD51-4B51-956E-F38E257A55FF}" type="presParOf" srcId="{3FF9541C-02D6-4EA1-BB5A-067AC39CE46E}" destId="{9CECD94F-BC0C-4CDA-943A-ED60A50C40FA}" srcOrd="4" destOrd="0" presId="urn:microsoft.com/office/officeart/2005/8/layout/default"/>
    <dgm:cxn modelId="{EA598ACD-E3DD-46F7-B9F4-5CE0B4191665}" type="presParOf" srcId="{3FF9541C-02D6-4EA1-BB5A-067AC39CE46E}" destId="{E078CF0F-0B18-4F8A-9E03-5906E1A7DCFD}" srcOrd="5" destOrd="0" presId="urn:microsoft.com/office/officeart/2005/8/layout/default"/>
    <dgm:cxn modelId="{BD64FA90-D3B5-4181-8FE8-EF65EFB8C55C}" type="presParOf" srcId="{3FF9541C-02D6-4EA1-BB5A-067AC39CE46E}" destId="{55E77CB6-03EF-45E5-BF3E-7516E3B33FB3}" srcOrd="6" destOrd="0" presId="urn:microsoft.com/office/officeart/2005/8/layout/default"/>
    <dgm:cxn modelId="{B1DB99E7-4A97-4404-B77D-B522FC4AA783}" type="presParOf" srcId="{3FF9541C-02D6-4EA1-BB5A-067AC39CE46E}" destId="{141C1B78-0435-4D8F-91BB-406951F150E3}" srcOrd="7" destOrd="0" presId="urn:microsoft.com/office/officeart/2005/8/layout/default"/>
    <dgm:cxn modelId="{CADF04E8-0126-4830-9206-F6DFC051CF3F}" type="presParOf" srcId="{3FF9541C-02D6-4EA1-BB5A-067AC39CE46E}" destId="{D55E3427-F389-4C2F-B3FB-396E8B1EFCDE}" srcOrd="8" destOrd="0" presId="urn:microsoft.com/office/officeart/2005/8/layout/default"/>
    <dgm:cxn modelId="{A3B2F0A5-75E9-47D5-A4C0-309268297155}" type="presParOf" srcId="{3FF9541C-02D6-4EA1-BB5A-067AC39CE46E}" destId="{22F1BDE1-B21F-4376-AD5C-BF859E388B7D}" srcOrd="9" destOrd="0" presId="urn:microsoft.com/office/officeart/2005/8/layout/default"/>
    <dgm:cxn modelId="{556567DB-22D6-4D05-8C54-43F2E3A939FE}" type="presParOf" srcId="{3FF9541C-02D6-4EA1-BB5A-067AC39CE46E}" destId="{4C431799-7922-47B6-A33A-39A5C8E2E1A5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FBFF50C-0A3C-4C19-8FCD-7F2633089900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5E23EA5-2198-49ED-9072-8FA97E7BE1A1}">
      <dgm:prSet/>
      <dgm:spPr/>
      <dgm:t>
        <a:bodyPr/>
        <a:lstStyle/>
        <a:p>
          <a:r>
            <a:rPr lang="en-US"/>
            <a:t>• Predictor Agent → Risk scoring, stateful history</a:t>
          </a:r>
        </a:p>
      </dgm:t>
    </dgm:pt>
    <dgm:pt modelId="{59FC387C-E028-43F3-9AE6-B4FD3F283140}" type="parTrans" cxnId="{2F7C471B-B20C-4A80-997F-8D641EE43C55}">
      <dgm:prSet/>
      <dgm:spPr/>
      <dgm:t>
        <a:bodyPr/>
        <a:lstStyle/>
        <a:p>
          <a:endParaRPr lang="en-US"/>
        </a:p>
      </dgm:t>
    </dgm:pt>
    <dgm:pt modelId="{43194897-AA47-4318-BC6A-B5AD64050BF0}" type="sibTrans" cxnId="{2F7C471B-B20C-4A80-997F-8D641EE43C55}">
      <dgm:prSet/>
      <dgm:spPr/>
      <dgm:t>
        <a:bodyPr/>
        <a:lstStyle/>
        <a:p>
          <a:endParaRPr lang="en-US"/>
        </a:p>
      </dgm:t>
    </dgm:pt>
    <dgm:pt modelId="{E586DD8F-B9B7-472A-93AB-933FA00BE048}">
      <dgm:prSet/>
      <dgm:spPr/>
      <dgm:t>
        <a:bodyPr/>
        <a:lstStyle/>
        <a:p>
          <a:r>
            <a:rPr lang="en-US"/>
            <a:t>• RAG Retriever → Queries Azure AI Search index</a:t>
          </a:r>
        </a:p>
      </dgm:t>
    </dgm:pt>
    <dgm:pt modelId="{5EAACE05-5EDA-4B5F-ACE7-E4613B9AFB1F}" type="parTrans" cxnId="{29387698-3186-44FF-A7A9-A32A248AA84B}">
      <dgm:prSet/>
      <dgm:spPr/>
      <dgm:t>
        <a:bodyPr/>
        <a:lstStyle/>
        <a:p>
          <a:endParaRPr lang="en-US"/>
        </a:p>
      </dgm:t>
    </dgm:pt>
    <dgm:pt modelId="{4D02A634-322B-4D6A-AB5F-FC42EE08B7A5}" type="sibTrans" cxnId="{29387698-3186-44FF-A7A9-A32A248AA84B}">
      <dgm:prSet/>
      <dgm:spPr/>
      <dgm:t>
        <a:bodyPr/>
        <a:lstStyle/>
        <a:p>
          <a:endParaRPr lang="en-US"/>
        </a:p>
      </dgm:t>
    </dgm:pt>
    <dgm:pt modelId="{4AE2FA0D-6852-40ED-81E8-E2A443BCA4B0}">
      <dgm:prSet/>
      <dgm:spPr/>
      <dgm:t>
        <a:bodyPr/>
        <a:lstStyle/>
        <a:p>
          <a:r>
            <a:rPr lang="en-US"/>
            <a:t>• Planner Agent → Generates workflow &amp; procedures</a:t>
          </a:r>
        </a:p>
      </dgm:t>
    </dgm:pt>
    <dgm:pt modelId="{3FBBB474-26DF-4A0F-A839-5E7FF1EB144C}" type="parTrans" cxnId="{52AB346C-35C8-4045-8E46-087CC132C220}">
      <dgm:prSet/>
      <dgm:spPr/>
      <dgm:t>
        <a:bodyPr/>
        <a:lstStyle/>
        <a:p>
          <a:endParaRPr lang="en-US"/>
        </a:p>
      </dgm:t>
    </dgm:pt>
    <dgm:pt modelId="{21FF6D0B-C5FE-4FDF-83A5-F391C7035BAF}" type="sibTrans" cxnId="{52AB346C-35C8-4045-8E46-087CC132C220}">
      <dgm:prSet/>
      <dgm:spPr/>
      <dgm:t>
        <a:bodyPr/>
        <a:lstStyle/>
        <a:p>
          <a:endParaRPr lang="en-US"/>
        </a:p>
      </dgm:t>
    </dgm:pt>
    <dgm:pt modelId="{BE163B0E-B8C9-4E85-9AA7-B34CC074ED35}">
      <dgm:prSet/>
      <dgm:spPr/>
      <dgm:t>
        <a:bodyPr/>
        <a:lstStyle/>
        <a:p>
          <a:r>
            <a:rPr lang="en-US"/>
            <a:t>• Alert Agent → Threshold-based alerting</a:t>
          </a:r>
        </a:p>
      </dgm:t>
    </dgm:pt>
    <dgm:pt modelId="{E8E697C5-22E6-4FB1-991E-8CCC0132987B}" type="parTrans" cxnId="{BABE91E1-23D3-4C8C-81FD-7737A5D725BF}">
      <dgm:prSet/>
      <dgm:spPr/>
      <dgm:t>
        <a:bodyPr/>
        <a:lstStyle/>
        <a:p>
          <a:endParaRPr lang="en-US"/>
        </a:p>
      </dgm:t>
    </dgm:pt>
    <dgm:pt modelId="{117100E6-934E-4E6B-BC2B-C07948EF9610}" type="sibTrans" cxnId="{BABE91E1-23D3-4C8C-81FD-7737A5D725BF}">
      <dgm:prSet/>
      <dgm:spPr/>
      <dgm:t>
        <a:bodyPr/>
        <a:lstStyle/>
        <a:p>
          <a:endParaRPr lang="en-US"/>
        </a:p>
      </dgm:t>
    </dgm:pt>
    <dgm:pt modelId="{D2AF240F-046D-4D69-9EB3-99C7A44C9892}">
      <dgm:prSet/>
      <dgm:spPr/>
      <dgm:t>
        <a:bodyPr/>
        <a:lstStyle/>
        <a:p>
          <a:r>
            <a:rPr lang="en-US"/>
            <a:t>• Orchestrator → Coordinates all tools &amp; produces report</a:t>
          </a:r>
        </a:p>
      </dgm:t>
    </dgm:pt>
    <dgm:pt modelId="{E49EBAAB-CAF4-4E33-A09B-1653C67BDAA5}" type="parTrans" cxnId="{07372A00-C94E-4336-A210-452EA9F86744}">
      <dgm:prSet/>
      <dgm:spPr/>
      <dgm:t>
        <a:bodyPr/>
        <a:lstStyle/>
        <a:p>
          <a:endParaRPr lang="en-US"/>
        </a:p>
      </dgm:t>
    </dgm:pt>
    <dgm:pt modelId="{7CC83801-F7BD-4569-8610-5199F60994B3}" type="sibTrans" cxnId="{07372A00-C94E-4336-A210-452EA9F86744}">
      <dgm:prSet/>
      <dgm:spPr/>
      <dgm:t>
        <a:bodyPr/>
        <a:lstStyle/>
        <a:p>
          <a:endParaRPr lang="en-US"/>
        </a:p>
      </dgm:t>
    </dgm:pt>
    <dgm:pt modelId="{BEA86A1E-9E65-483D-A289-5DD2771A5B56}" type="pres">
      <dgm:prSet presAssocID="{5FBFF50C-0A3C-4C19-8FCD-7F2633089900}" presName="diagram" presStyleCnt="0">
        <dgm:presLayoutVars>
          <dgm:dir/>
          <dgm:resizeHandles val="exact"/>
        </dgm:presLayoutVars>
      </dgm:prSet>
      <dgm:spPr/>
    </dgm:pt>
    <dgm:pt modelId="{BCECF631-4CC1-499B-95B6-F72A3AA2F7F9}" type="pres">
      <dgm:prSet presAssocID="{75E23EA5-2198-49ED-9072-8FA97E7BE1A1}" presName="node" presStyleLbl="node1" presStyleIdx="0" presStyleCnt="5">
        <dgm:presLayoutVars>
          <dgm:bulletEnabled val="1"/>
        </dgm:presLayoutVars>
      </dgm:prSet>
      <dgm:spPr/>
    </dgm:pt>
    <dgm:pt modelId="{05AC9A8A-C923-4FA2-9C4D-C997F526834F}" type="pres">
      <dgm:prSet presAssocID="{43194897-AA47-4318-BC6A-B5AD64050BF0}" presName="sibTrans" presStyleCnt="0"/>
      <dgm:spPr/>
    </dgm:pt>
    <dgm:pt modelId="{A66FD5EF-0800-4843-A193-665A48CC94A3}" type="pres">
      <dgm:prSet presAssocID="{E586DD8F-B9B7-472A-93AB-933FA00BE048}" presName="node" presStyleLbl="node1" presStyleIdx="1" presStyleCnt="5">
        <dgm:presLayoutVars>
          <dgm:bulletEnabled val="1"/>
        </dgm:presLayoutVars>
      </dgm:prSet>
      <dgm:spPr/>
    </dgm:pt>
    <dgm:pt modelId="{71A5DE63-D737-4DE7-9E5B-CE9DBEBE67C5}" type="pres">
      <dgm:prSet presAssocID="{4D02A634-322B-4D6A-AB5F-FC42EE08B7A5}" presName="sibTrans" presStyleCnt="0"/>
      <dgm:spPr/>
    </dgm:pt>
    <dgm:pt modelId="{33773DC8-538D-4188-9D5F-806F204DB525}" type="pres">
      <dgm:prSet presAssocID="{4AE2FA0D-6852-40ED-81E8-E2A443BCA4B0}" presName="node" presStyleLbl="node1" presStyleIdx="2" presStyleCnt="5">
        <dgm:presLayoutVars>
          <dgm:bulletEnabled val="1"/>
        </dgm:presLayoutVars>
      </dgm:prSet>
      <dgm:spPr/>
    </dgm:pt>
    <dgm:pt modelId="{3791A2C9-D37E-4A7E-A5BE-C51A159CFEA2}" type="pres">
      <dgm:prSet presAssocID="{21FF6D0B-C5FE-4FDF-83A5-F391C7035BAF}" presName="sibTrans" presStyleCnt="0"/>
      <dgm:spPr/>
    </dgm:pt>
    <dgm:pt modelId="{714EBD5D-92B3-4A84-81F2-4D7FE544AF5A}" type="pres">
      <dgm:prSet presAssocID="{BE163B0E-B8C9-4E85-9AA7-B34CC074ED35}" presName="node" presStyleLbl="node1" presStyleIdx="3" presStyleCnt="5">
        <dgm:presLayoutVars>
          <dgm:bulletEnabled val="1"/>
        </dgm:presLayoutVars>
      </dgm:prSet>
      <dgm:spPr/>
    </dgm:pt>
    <dgm:pt modelId="{AC664B57-788F-40C8-B814-3939502EF38C}" type="pres">
      <dgm:prSet presAssocID="{117100E6-934E-4E6B-BC2B-C07948EF9610}" presName="sibTrans" presStyleCnt="0"/>
      <dgm:spPr/>
    </dgm:pt>
    <dgm:pt modelId="{7187FE05-825F-4821-BC1B-5ECF35722B63}" type="pres">
      <dgm:prSet presAssocID="{D2AF240F-046D-4D69-9EB3-99C7A44C9892}" presName="node" presStyleLbl="node1" presStyleIdx="4" presStyleCnt="5">
        <dgm:presLayoutVars>
          <dgm:bulletEnabled val="1"/>
        </dgm:presLayoutVars>
      </dgm:prSet>
      <dgm:spPr/>
    </dgm:pt>
  </dgm:ptLst>
  <dgm:cxnLst>
    <dgm:cxn modelId="{07372A00-C94E-4336-A210-452EA9F86744}" srcId="{5FBFF50C-0A3C-4C19-8FCD-7F2633089900}" destId="{D2AF240F-046D-4D69-9EB3-99C7A44C9892}" srcOrd="4" destOrd="0" parTransId="{E49EBAAB-CAF4-4E33-A09B-1653C67BDAA5}" sibTransId="{7CC83801-F7BD-4569-8610-5199F60994B3}"/>
    <dgm:cxn modelId="{2F7C471B-B20C-4A80-997F-8D641EE43C55}" srcId="{5FBFF50C-0A3C-4C19-8FCD-7F2633089900}" destId="{75E23EA5-2198-49ED-9072-8FA97E7BE1A1}" srcOrd="0" destOrd="0" parTransId="{59FC387C-E028-43F3-9AE6-B4FD3F283140}" sibTransId="{43194897-AA47-4318-BC6A-B5AD64050BF0}"/>
    <dgm:cxn modelId="{ECCE2440-C7E5-457C-ABC2-504D75FCB161}" type="presOf" srcId="{BE163B0E-B8C9-4E85-9AA7-B34CC074ED35}" destId="{714EBD5D-92B3-4A84-81F2-4D7FE544AF5A}" srcOrd="0" destOrd="0" presId="urn:microsoft.com/office/officeart/2005/8/layout/default"/>
    <dgm:cxn modelId="{C46CD464-4AFA-4A90-B93E-C16ED8493EA2}" type="presOf" srcId="{5FBFF50C-0A3C-4C19-8FCD-7F2633089900}" destId="{BEA86A1E-9E65-483D-A289-5DD2771A5B56}" srcOrd="0" destOrd="0" presId="urn:microsoft.com/office/officeart/2005/8/layout/default"/>
    <dgm:cxn modelId="{52AB346C-35C8-4045-8E46-087CC132C220}" srcId="{5FBFF50C-0A3C-4C19-8FCD-7F2633089900}" destId="{4AE2FA0D-6852-40ED-81E8-E2A443BCA4B0}" srcOrd="2" destOrd="0" parTransId="{3FBBB474-26DF-4A0F-A839-5E7FF1EB144C}" sibTransId="{21FF6D0B-C5FE-4FDF-83A5-F391C7035BAF}"/>
    <dgm:cxn modelId="{91FA8F55-C75C-49B7-BA8A-C22A66EE0269}" type="presOf" srcId="{4AE2FA0D-6852-40ED-81E8-E2A443BCA4B0}" destId="{33773DC8-538D-4188-9D5F-806F204DB525}" srcOrd="0" destOrd="0" presId="urn:microsoft.com/office/officeart/2005/8/layout/default"/>
    <dgm:cxn modelId="{015A867F-88ED-4D98-904B-9E3ECC2B7CA0}" type="presOf" srcId="{75E23EA5-2198-49ED-9072-8FA97E7BE1A1}" destId="{BCECF631-4CC1-499B-95B6-F72A3AA2F7F9}" srcOrd="0" destOrd="0" presId="urn:microsoft.com/office/officeart/2005/8/layout/default"/>
    <dgm:cxn modelId="{29387698-3186-44FF-A7A9-A32A248AA84B}" srcId="{5FBFF50C-0A3C-4C19-8FCD-7F2633089900}" destId="{E586DD8F-B9B7-472A-93AB-933FA00BE048}" srcOrd="1" destOrd="0" parTransId="{5EAACE05-5EDA-4B5F-ACE7-E4613B9AFB1F}" sibTransId="{4D02A634-322B-4D6A-AB5F-FC42EE08B7A5}"/>
    <dgm:cxn modelId="{629C49B4-407A-4C95-A622-BE1DAB8F6E57}" type="presOf" srcId="{E586DD8F-B9B7-472A-93AB-933FA00BE048}" destId="{A66FD5EF-0800-4843-A193-665A48CC94A3}" srcOrd="0" destOrd="0" presId="urn:microsoft.com/office/officeart/2005/8/layout/default"/>
    <dgm:cxn modelId="{BABE91E1-23D3-4C8C-81FD-7737A5D725BF}" srcId="{5FBFF50C-0A3C-4C19-8FCD-7F2633089900}" destId="{BE163B0E-B8C9-4E85-9AA7-B34CC074ED35}" srcOrd="3" destOrd="0" parTransId="{E8E697C5-22E6-4FB1-991E-8CCC0132987B}" sibTransId="{117100E6-934E-4E6B-BC2B-C07948EF9610}"/>
    <dgm:cxn modelId="{14DF80ED-EA19-449C-9BFE-9FA466B66641}" type="presOf" srcId="{D2AF240F-046D-4D69-9EB3-99C7A44C9892}" destId="{7187FE05-825F-4821-BC1B-5ECF35722B63}" srcOrd="0" destOrd="0" presId="urn:microsoft.com/office/officeart/2005/8/layout/default"/>
    <dgm:cxn modelId="{901C9D69-EC9A-42EC-BC4F-6526C563DC2C}" type="presParOf" srcId="{BEA86A1E-9E65-483D-A289-5DD2771A5B56}" destId="{BCECF631-4CC1-499B-95B6-F72A3AA2F7F9}" srcOrd="0" destOrd="0" presId="urn:microsoft.com/office/officeart/2005/8/layout/default"/>
    <dgm:cxn modelId="{7E9D6914-3AB4-4B12-BB3D-E20DAE2A417D}" type="presParOf" srcId="{BEA86A1E-9E65-483D-A289-5DD2771A5B56}" destId="{05AC9A8A-C923-4FA2-9C4D-C997F526834F}" srcOrd="1" destOrd="0" presId="urn:microsoft.com/office/officeart/2005/8/layout/default"/>
    <dgm:cxn modelId="{199B6499-F546-48FC-9BDF-064CA76E23CB}" type="presParOf" srcId="{BEA86A1E-9E65-483D-A289-5DD2771A5B56}" destId="{A66FD5EF-0800-4843-A193-665A48CC94A3}" srcOrd="2" destOrd="0" presId="urn:microsoft.com/office/officeart/2005/8/layout/default"/>
    <dgm:cxn modelId="{414251D4-28A8-4BF4-888D-568E8D29870D}" type="presParOf" srcId="{BEA86A1E-9E65-483D-A289-5DD2771A5B56}" destId="{71A5DE63-D737-4DE7-9E5B-CE9DBEBE67C5}" srcOrd="3" destOrd="0" presId="urn:microsoft.com/office/officeart/2005/8/layout/default"/>
    <dgm:cxn modelId="{97F4F66C-2A9F-4FAD-A145-54C3E308C90B}" type="presParOf" srcId="{BEA86A1E-9E65-483D-A289-5DD2771A5B56}" destId="{33773DC8-538D-4188-9D5F-806F204DB525}" srcOrd="4" destOrd="0" presId="urn:microsoft.com/office/officeart/2005/8/layout/default"/>
    <dgm:cxn modelId="{0315955B-6398-45DB-B403-22FCD7788040}" type="presParOf" srcId="{BEA86A1E-9E65-483D-A289-5DD2771A5B56}" destId="{3791A2C9-D37E-4A7E-A5BE-C51A159CFEA2}" srcOrd="5" destOrd="0" presId="urn:microsoft.com/office/officeart/2005/8/layout/default"/>
    <dgm:cxn modelId="{CE1B0446-5EBB-4C9A-AFA5-3E5EEB4D5AC9}" type="presParOf" srcId="{BEA86A1E-9E65-483D-A289-5DD2771A5B56}" destId="{714EBD5D-92B3-4A84-81F2-4D7FE544AF5A}" srcOrd="6" destOrd="0" presId="urn:microsoft.com/office/officeart/2005/8/layout/default"/>
    <dgm:cxn modelId="{439728F9-6E08-46C3-9188-CE9265166011}" type="presParOf" srcId="{BEA86A1E-9E65-483D-A289-5DD2771A5B56}" destId="{AC664B57-788F-40C8-B814-3939502EF38C}" srcOrd="7" destOrd="0" presId="urn:microsoft.com/office/officeart/2005/8/layout/default"/>
    <dgm:cxn modelId="{2F64AC4C-4194-465A-9810-336BB49B479D}" type="presParOf" srcId="{BEA86A1E-9E65-483D-A289-5DD2771A5B56}" destId="{7187FE05-825F-4821-BC1B-5ECF35722B63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0841237-D67E-45CC-847E-2243DF29B406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BDDB1AB-9294-4BA8-8FAF-B837896C2378}">
      <dgm:prSet/>
      <dgm:spPr/>
      <dgm:t>
        <a:bodyPr/>
        <a:lstStyle/>
        <a:p>
          <a:r>
            <a:rPr lang="en-US"/>
            <a:t>1. Telemetry event received</a:t>
          </a:r>
        </a:p>
      </dgm:t>
    </dgm:pt>
    <dgm:pt modelId="{9BC89430-AFCF-4013-B6BB-6B08D6C80AD6}" type="parTrans" cxnId="{1C047324-89A5-46F0-92CE-24FC308A0FD3}">
      <dgm:prSet/>
      <dgm:spPr/>
      <dgm:t>
        <a:bodyPr/>
        <a:lstStyle/>
        <a:p>
          <a:endParaRPr lang="en-US"/>
        </a:p>
      </dgm:t>
    </dgm:pt>
    <dgm:pt modelId="{FFCEB2DE-6E7A-464D-94A7-5868AA6DF668}" type="sibTrans" cxnId="{1C047324-89A5-46F0-92CE-24FC308A0FD3}">
      <dgm:prSet/>
      <dgm:spPr/>
      <dgm:t>
        <a:bodyPr/>
        <a:lstStyle/>
        <a:p>
          <a:endParaRPr lang="en-US"/>
        </a:p>
      </dgm:t>
    </dgm:pt>
    <dgm:pt modelId="{FCE1239D-9CD3-4003-88F4-1825BDB3B780}">
      <dgm:prSet/>
      <dgm:spPr/>
      <dgm:t>
        <a:bodyPr/>
        <a:lstStyle/>
        <a:p>
          <a:r>
            <a:rPr lang="en-US"/>
            <a:t>2. Predictor computes risk (stateful logic)</a:t>
          </a:r>
        </a:p>
      </dgm:t>
    </dgm:pt>
    <dgm:pt modelId="{0DEF4E75-CF41-4E14-8EB9-0C162750F204}" type="parTrans" cxnId="{C778EFC9-8A4E-41C7-923E-D62991CD8CD7}">
      <dgm:prSet/>
      <dgm:spPr/>
      <dgm:t>
        <a:bodyPr/>
        <a:lstStyle/>
        <a:p>
          <a:endParaRPr lang="en-US"/>
        </a:p>
      </dgm:t>
    </dgm:pt>
    <dgm:pt modelId="{E6A1805A-AEEF-4597-8A76-7424E788B1B3}" type="sibTrans" cxnId="{C778EFC9-8A4E-41C7-923E-D62991CD8CD7}">
      <dgm:prSet/>
      <dgm:spPr/>
      <dgm:t>
        <a:bodyPr/>
        <a:lstStyle/>
        <a:p>
          <a:endParaRPr lang="en-US"/>
        </a:p>
      </dgm:t>
    </dgm:pt>
    <dgm:pt modelId="{5EEA6542-5711-4478-8420-1859203E4BB7}">
      <dgm:prSet/>
      <dgm:spPr/>
      <dgm:t>
        <a:bodyPr/>
        <a:lstStyle/>
        <a:p>
          <a:r>
            <a:rPr lang="en-US"/>
            <a:t>3. Risk ≥ threshold → RAG retrieval from AI Search</a:t>
          </a:r>
        </a:p>
      </dgm:t>
    </dgm:pt>
    <dgm:pt modelId="{823DC8B8-90CC-4E25-8E87-6610288C2240}" type="parTrans" cxnId="{E7320D09-C640-4BC2-9D5A-E7854204D7E9}">
      <dgm:prSet/>
      <dgm:spPr/>
      <dgm:t>
        <a:bodyPr/>
        <a:lstStyle/>
        <a:p>
          <a:endParaRPr lang="en-US"/>
        </a:p>
      </dgm:t>
    </dgm:pt>
    <dgm:pt modelId="{339588BB-991F-4874-8DD0-7CB7A1F24951}" type="sibTrans" cxnId="{E7320D09-C640-4BC2-9D5A-E7854204D7E9}">
      <dgm:prSet/>
      <dgm:spPr/>
      <dgm:t>
        <a:bodyPr/>
        <a:lstStyle/>
        <a:p>
          <a:endParaRPr lang="en-US"/>
        </a:p>
      </dgm:t>
    </dgm:pt>
    <dgm:pt modelId="{F3E881E9-DC07-4814-A1BD-9DA10F968637}">
      <dgm:prSet/>
      <dgm:spPr/>
      <dgm:t>
        <a:bodyPr/>
        <a:lstStyle/>
        <a:p>
          <a:r>
            <a:rPr lang="en-US"/>
            <a:t>4. Planner generates steps, safety, ETA, rollback</a:t>
          </a:r>
        </a:p>
      </dgm:t>
    </dgm:pt>
    <dgm:pt modelId="{52A2A853-3455-4E35-A549-F485A1690003}" type="parTrans" cxnId="{7E7FD9EC-D0AC-43BB-9CB3-6BD119E8E006}">
      <dgm:prSet/>
      <dgm:spPr/>
      <dgm:t>
        <a:bodyPr/>
        <a:lstStyle/>
        <a:p>
          <a:endParaRPr lang="en-US"/>
        </a:p>
      </dgm:t>
    </dgm:pt>
    <dgm:pt modelId="{89B6DE2B-4791-43C2-B8B6-C7687DE9926F}" type="sibTrans" cxnId="{7E7FD9EC-D0AC-43BB-9CB3-6BD119E8E006}">
      <dgm:prSet/>
      <dgm:spPr/>
      <dgm:t>
        <a:bodyPr/>
        <a:lstStyle/>
        <a:p>
          <a:endParaRPr lang="en-US"/>
        </a:p>
      </dgm:t>
    </dgm:pt>
    <dgm:pt modelId="{9AB16B0B-2E26-40CF-8C91-13BE41FFC5AF}">
      <dgm:prSet/>
      <dgm:spPr/>
      <dgm:t>
        <a:bodyPr/>
        <a:lstStyle/>
        <a:p>
          <a:r>
            <a:rPr lang="en-US"/>
            <a:t>5. Alert module triggers high-risk alerts</a:t>
          </a:r>
        </a:p>
      </dgm:t>
    </dgm:pt>
    <dgm:pt modelId="{00B02D70-9EB6-4585-BA7C-3071960C691E}" type="parTrans" cxnId="{E5D86337-BF61-48B7-9C77-17D6D37D7E48}">
      <dgm:prSet/>
      <dgm:spPr/>
      <dgm:t>
        <a:bodyPr/>
        <a:lstStyle/>
        <a:p>
          <a:endParaRPr lang="en-US"/>
        </a:p>
      </dgm:t>
    </dgm:pt>
    <dgm:pt modelId="{62D950E4-9149-49C6-ADDF-5CBC5B8255CF}" type="sibTrans" cxnId="{E5D86337-BF61-48B7-9C77-17D6D37D7E48}">
      <dgm:prSet/>
      <dgm:spPr/>
      <dgm:t>
        <a:bodyPr/>
        <a:lstStyle/>
        <a:p>
          <a:endParaRPr lang="en-US"/>
        </a:p>
      </dgm:t>
    </dgm:pt>
    <dgm:pt modelId="{9422147D-1B81-4323-A9C2-470AB115BCFA}">
      <dgm:prSet/>
      <dgm:spPr/>
      <dgm:t>
        <a:bodyPr/>
        <a:lstStyle/>
        <a:p>
          <a:r>
            <a:rPr lang="en-US"/>
            <a:t>6. Orchestrator compiles final maintenance report</a:t>
          </a:r>
        </a:p>
      </dgm:t>
    </dgm:pt>
    <dgm:pt modelId="{DB559780-3C8E-45A2-868D-308DC5494B91}" type="parTrans" cxnId="{7F8B657D-3D95-4704-9523-ABB56BCEEC90}">
      <dgm:prSet/>
      <dgm:spPr/>
      <dgm:t>
        <a:bodyPr/>
        <a:lstStyle/>
        <a:p>
          <a:endParaRPr lang="en-US"/>
        </a:p>
      </dgm:t>
    </dgm:pt>
    <dgm:pt modelId="{E474232B-F01E-4BE3-BB14-257D8F4265BD}" type="sibTrans" cxnId="{7F8B657D-3D95-4704-9523-ABB56BCEEC90}">
      <dgm:prSet/>
      <dgm:spPr/>
      <dgm:t>
        <a:bodyPr/>
        <a:lstStyle/>
        <a:p>
          <a:endParaRPr lang="en-US"/>
        </a:p>
      </dgm:t>
    </dgm:pt>
    <dgm:pt modelId="{3CAD203E-FE83-4D9A-AC49-1484996FA8DA}" type="pres">
      <dgm:prSet presAssocID="{F0841237-D67E-45CC-847E-2243DF29B406}" presName="diagram" presStyleCnt="0">
        <dgm:presLayoutVars>
          <dgm:dir/>
          <dgm:resizeHandles val="exact"/>
        </dgm:presLayoutVars>
      </dgm:prSet>
      <dgm:spPr/>
    </dgm:pt>
    <dgm:pt modelId="{191C393D-23EC-4257-9C6A-869166147E2F}" type="pres">
      <dgm:prSet presAssocID="{1BDDB1AB-9294-4BA8-8FAF-B837896C2378}" presName="node" presStyleLbl="node1" presStyleIdx="0" presStyleCnt="6">
        <dgm:presLayoutVars>
          <dgm:bulletEnabled val="1"/>
        </dgm:presLayoutVars>
      </dgm:prSet>
      <dgm:spPr/>
    </dgm:pt>
    <dgm:pt modelId="{8BF1454A-828A-450B-B661-AC379FE3C0A3}" type="pres">
      <dgm:prSet presAssocID="{FFCEB2DE-6E7A-464D-94A7-5868AA6DF668}" presName="sibTrans" presStyleCnt="0"/>
      <dgm:spPr/>
    </dgm:pt>
    <dgm:pt modelId="{D3113AE2-EB46-445E-A5E2-3FAB5FD9D8A5}" type="pres">
      <dgm:prSet presAssocID="{FCE1239D-9CD3-4003-88F4-1825BDB3B780}" presName="node" presStyleLbl="node1" presStyleIdx="1" presStyleCnt="6">
        <dgm:presLayoutVars>
          <dgm:bulletEnabled val="1"/>
        </dgm:presLayoutVars>
      </dgm:prSet>
      <dgm:spPr/>
    </dgm:pt>
    <dgm:pt modelId="{9665752A-4A6F-4253-BB33-F841782E4347}" type="pres">
      <dgm:prSet presAssocID="{E6A1805A-AEEF-4597-8A76-7424E788B1B3}" presName="sibTrans" presStyleCnt="0"/>
      <dgm:spPr/>
    </dgm:pt>
    <dgm:pt modelId="{6547CEE5-885C-4DF0-94A3-FF1A7FF8126E}" type="pres">
      <dgm:prSet presAssocID="{5EEA6542-5711-4478-8420-1859203E4BB7}" presName="node" presStyleLbl="node1" presStyleIdx="2" presStyleCnt="6">
        <dgm:presLayoutVars>
          <dgm:bulletEnabled val="1"/>
        </dgm:presLayoutVars>
      </dgm:prSet>
      <dgm:spPr/>
    </dgm:pt>
    <dgm:pt modelId="{8666E49A-BA5F-4B3E-9F30-A9BD0283D74C}" type="pres">
      <dgm:prSet presAssocID="{339588BB-991F-4874-8DD0-7CB7A1F24951}" presName="sibTrans" presStyleCnt="0"/>
      <dgm:spPr/>
    </dgm:pt>
    <dgm:pt modelId="{55804C8E-8C06-4568-B466-8ED8218C68ED}" type="pres">
      <dgm:prSet presAssocID="{F3E881E9-DC07-4814-A1BD-9DA10F968637}" presName="node" presStyleLbl="node1" presStyleIdx="3" presStyleCnt="6">
        <dgm:presLayoutVars>
          <dgm:bulletEnabled val="1"/>
        </dgm:presLayoutVars>
      </dgm:prSet>
      <dgm:spPr/>
    </dgm:pt>
    <dgm:pt modelId="{DBB14ABB-5800-4494-9CA1-6E2BE258C3B4}" type="pres">
      <dgm:prSet presAssocID="{89B6DE2B-4791-43C2-B8B6-C7687DE9926F}" presName="sibTrans" presStyleCnt="0"/>
      <dgm:spPr/>
    </dgm:pt>
    <dgm:pt modelId="{6705E48C-AD96-4A1A-BB9E-CEE8C8DB81DA}" type="pres">
      <dgm:prSet presAssocID="{9AB16B0B-2E26-40CF-8C91-13BE41FFC5AF}" presName="node" presStyleLbl="node1" presStyleIdx="4" presStyleCnt="6">
        <dgm:presLayoutVars>
          <dgm:bulletEnabled val="1"/>
        </dgm:presLayoutVars>
      </dgm:prSet>
      <dgm:spPr/>
    </dgm:pt>
    <dgm:pt modelId="{AB707CE8-7CEA-4733-85B7-5D671951EF8A}" type="pres">
      <dgm:prSet presAssocID="{62D950E4-9149-49C6-ADDF-5CBC5B8255CF}" presName="sibTrans" presStyleCnt="0"/>
      <dgm:spPr/>
    </dgm:pt>
    <dgm:pt modelId="{E5C64B76-7C1B-44C0-A602-F63582B1035B}" type="pres">
      <dgm:prSet presAssocID="{9422147D-1B81-4323-A9C2-470AB115BCFA}" presName="node" presStyleLbl="node1" presStyleIdx="5" presStyleCnt="6">
        <dgm:presLayoutVars>
          <dgm:bulletEnabled val="1"/>
        </dgm:presLayoutVars>
      </dgm:prSet>
      <dgm:spPr/>
    </dgm:pt>
  </dgm:ptLst>
  <dgm:cxnLst>
    <dgm:cxn modelId="{E7320D09-C640-4BC2-9D5A-E7854204D7E9}" srcId="{F0841237-D67E-45CC-847E-2243DF29B406}" destId="{5EEA6542-5711-4478-8420-1859203E4BB7}" srcOrd="2" destOrd="0" parTransId="{823DC8B8-90CC-4E25-8E87-6610288C2240}" sibTransId="{339588BB-991F-4874-8DD0-7CB7A1F24951}"/>
    <dgm:cxn modelId="{1C047324-89A5-46F0-92CE-24FC308A0FD3}" srcId="{F0841237-D67E-45CC-847E-2243DF29B406}" destId="{1BDDB1AB-9294-4BA8-8FAF-B837896C2378}" srcOrd="0" destOrd="0" parTransId="{9BC89430-AFCF-4013-B6BB-6B08D6C80AD6}" sibTransId="{FFCEB2DE-6E7A-464D-94A7-5868AA6DF668}"/>
    <dgm:cxn modelId="{E5D86337-BF61-48B7-9C77-17D6D37D7E48}" srcId="{F0841237-D67E-45CC-847E-2243DF29B406}" destId="{9AB16B0B-2E26-40CF-8C91-13BE41FFC5AF}" srcOrd="4" destOrd="0" parTransId="{00B02D70-9EB6-4585-BA7C-3071960C691E}" sibTransId="{62D950E4-9149-49C6-ADDF-5CBC5B8255CF}"/>
    <dgm:cxn modelId="{2293A43C-95A7-46D2-B840-7D12FF253081}" type="presOf" srcId="{9422147D-1B81-4323-A9C2-470AB115BCFA}" destId="{E5C64B76-7C1B-44C0-A602-F63582B1035B}" srcOrd="0" destOrd="0" presId="urn:microsoft.com/office/officeart/2005/8/layout/default"/>
    <dgm:cxn modelId="{C0008454-B2AE-4373-9FAB-DA618D686AA3}" type="presOf" srcId="{5EEA6542-5711-4478-8420-1859203E4BB7}" destId="{6547CEE5-885C-4DF0-94A3-FF1A7FF8126E}" srcOrd="0" destOrd="0" presId="urn:microsoft.com/office/officeart/2005/8/layout/default"/>
    <dgm:cxn modelId="{60647557-3A21-45C4-B8EF-4DA3ED3CF8DD}" type="presOf" srcId="{9AB16B0B-2E26-40CF-8C91-13BE41FFC5AF}" destId="{6705E48C-AD96-4A1A-BB9E-CEE8C8DB81DA}" srcOrd="0" destOrd="0" presId="urn:microsoft.com/office/officeart/2005/8/layout/default"/>
    <dgm:cxn modelId="{411E8877-1143-427A-800B-A80460DD62F9}" type="presOf" srcId="{FCE1239D-9CD3-4003-88F4-1825BDB3B780}" destId="{D3113AE2-EB46-445E-A5E2-3FAB5FD9D8A5}" srcOrd="0" destOrd="0" presId="urn:microsoft.com/office/officeart/2005/8/layout/default"/>
    <dgm:cxn modelId="{7F8B657D-3D95-4704-9523-ABB56BCEEC90}" srcId="{F0841237-D67E-45CC-847E-2243DF29B406}" destId="{9422147D-1B81-4323-A9C2-470AB115BCFA}" srcOrd="5" destOrd="0" parTransId="{DB559780-3C8E-45A2-868D-308DC5494B91}" sibTransId="{E474232B-F01E-4BE3-BB14-257D8F4265BD}"/>
    <dgm:cxn modelId="{61394D82-3D7D-46A5-B5B6-72145DB71832}" type="presOf" srcId="{1BDDB1AB-9294-4BA8-8FAF-B837896C2378}" destId="{191C393D-23EC-4257-9C6A-869166147E2F}" srcOrd="0" destOrd="0" presId="urn:microsoft.com/office/officeart/2005/8/layout/default"/>
    <dgm:cxn modelId="{59BCA283-4E9C-41B8-9E38-A48FEDF716A9}" type="presOf" srcId="{F3E881E9-DC07-4814-A1BD-9DA10F968637}" destId="{55804C8E-8C06-4568-B466-8ED8218C68ED}" srcOrd="0" destOrd="0" presId="urn:microsoft.com/office/officeart/2005/8/layout/default"/>
    <dgm:cxn modelId="{00E36585-6ED4-412B-8CD9-593E196CE757}" type="presOf" srcId="{F0841237-D67E-45CC-847E-2243DF29B406}" destId="{3CAD203E-FE83-4D9A-AC49-1484996FA8DA}" srcOrd="0" destOrd="0" presId="urn:microsoft.com/office/officeart/2005/8/layout/default"/>
    <dgm:cxn modelId="{C778EFC9-8A4E-41C7-923E-D62991CD8CD7}" srcId="{F0841237-D67E-45CC-847E-2243DF29B406}" destId="{FCE1239D-9CD3-4003-88F4-1825BDB3B780}" srcOrd="1" destOrd="0" parTransId="{0DEF4E75-CF41-4E14-8EB9-0C162750F204}" sibTransId="{E6A1805A-AEEF-4597-8A76-7424E788B1B3}"/>
    <dgm:cxn modelId="{7E7FD9EC-D0AC-43BB-9CB3-6BD119E8E006}" srcId="{F0841237-D67E-45CC-847E-2243DF29B406}" destId="{F3E881E9-DC07-4814-A1BD-9DA10F968637}" srcOrd="3" destOrd="0" parTransId="{52A2A853-3455-4E35-A549-F485A1690003}" sibTransId="{89B6DE2B-4791-43C2-B8B6-C7687DE9926F}"/>
    <dgm:cxn modelId="{C0439271-5D21-4A24-88FD-D98A186B11F9}" type="presParOf" srcId="{3CAD203E-FE83-4D9A-AC49-1484996FA8DA}" destId="{191C393D-23EC-4257-9C6A-869166147E2F}" srcOrd="0" destOrd="0" presId="urn:microsoft.com/office/officeart/2005/8/layout/default"/>
    <dgm:cxn modelId="{9F3678DD-ACFD-460A-B907-AA4BEEBF4782}" type="presParOf" srcId="{3CAD203E-FE83-4D9A-AC49-1484996FA8DA}" destId="{8BF1454A-828A-450B-B661-AC379FE3C0A3}" srcOrd="1" destOrd="0" presId="urn:microsoft.com/office/officeart/2005/8/layout/default"/>
    <dgm:cxn modelId="{ED639F17-527B-4CF2-9F3E-D21E59C886DB}" type="presParOf" srcId="{3CAD203E-FE83-4D9A-AC49-1484996FA8DA}" destId="{D3113AE2-EB46-445E-A5E2-3FAB5FD9D8A5}" srcOrd="2" destOrd="0" presId="urn:microsoft.com/office/officeart/2005/8/layout/default"/>
    <dgm:cxn modelId="{710F1DB7-1206-41B2-B0AE-1B076CB76174}" type="presParOf" srcId="{3CAD203E-FE83-4D9A-AC49-1484996FA8DA}" destId="{9665752A-4A6F-4253-BB33-F841782E4347}" srcOrd="3" destOrd="0" presId="urn:microsoft.com/office/officeart/2005/8/layout/default"/>
    <dgm:cxn modelId="{32C15168-0366-45A4-9283-49F9B854E39F}" type="presParOf" srcId="{3CAD203E-FE83-4D9A-AC49-1484996FA8DA}" destId="{6547CEE5-885C-4DF0-94A3-FF1A7FF8126E}" srcOrd="4" destOrd="0" presId="urn:microsoft.com/office/officeart/2005/8/layout/default"/>
    <dgm:cxn modelId="{46A45E42-44C4-4F47-B71E-20D131542414}" type="presParOf" srcId="{3CAD203E-FE83-4D9A-AC49-1484996FA8DA}" destId="{8666E49A-BA5F-4B3E-9F30-A9BD0283D74C}" srcOrd="5" destOrd="0" presId="urn:microsoft.com/office/officeart/2005/8/layout/default"/>
    <dgm:cxn modelId="{F40E3B61-6483-4E3C-8EB8-5096E6FF9395}" type="presParOf" srcId="{3CAD203E-FE83-4D9A-AC49-1484996FA8DA}" destId="{55804C8E-8C06-4568-B466-8ED8218C68ED}" srcOrd="6" destOrd="0" presId="urn:microsoft.com/office/officeart/2005/8/layout/default"/>
    <dgm:cxn modelId="{4B909BFC-A5C1-4CDE-AB7B-0041B08AB7BC}" type="presParOf" srcId="{3CAD203E-FE83-4D9A-AC49-1484996FA8DA}" destId="{DBB14ABB-5800-4494-9CA1-6E2BE258C3B4}" srcOrd="7" destOrd="0" presId="urn:microsoft.com/office/officeart/2005/8/layout/default"/>
    <dgm:cxn modelId="{99A7E469-9F36-45D8-B764-1476BB9B7118}" type="presParOf" srcId="{3CAD203E-FE83-4D9A-AC49-1484996FA8DA}" destId="{6705E48C-AD96-4A1A-BB9E-CEE8C8DB81DA}" srcOrd="8" destOrd="0" presId="urn:microsoft.com/office/officeart/2005/8/layout/default"/>
    <dgm:cxn modelId="{ECBDAA7A-731D-4C01-852C-6AA424590FF5}" type="presParOf" srcId="{3CAD203E-FE83-4D9A-AC49-1484996FA8DA}" destId="{AB707CE8-7CEA-4733-85B7-5D671951EF8A}" srcOrd="9" destOrd="0" presId="urn:microsoft.com/office/officeart/2005/8/layout/default"/>
    <dgm:cxn modelId="{17796809-BF2E-4C20-B399-6C3FA464E4B5}" type="presParOf" srcId="{3CAD203E-FE83-4D9A-AC49-1484996FA8DA}" destId="{E5C64B76-7C1B-44C0-A602-F63582B1035B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A113E26-72B8-4F0A-9ACD-FA23C5637958}" type="doc">
      <dgm:prSet loTypeId="urn:microsoft.com/office/officeart/2005/8/layout/matrix3" loCatId="matrix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23AC036-85F5-43FF-A93C-754E7108ECC7}">
      <dgm:prSet/>
      <dgm:spPr/>
      <dgm:t>
        <a:bodyPr/>
        <a:lstStyle/>
        <a:p>
          <a:r>
            <a:rPr lang="en-US"/>
            <a:t>• Transparent, risk based logic</a:t>
          </a:r>
        </a:p>
      </dgm:t>
    </dgm:pt>
    <dgm:pt modelId="{B77E1372-4B45-4972-BE0F-BC985B80B848}" type="parTrans" cxnId="{F46B3331-0312-4192-A776-64BC1D5868AB}">
      <dgm:prSet/>
      <dgm:spPr/>
      <dgm:t>
        <a:bodyPr/>
        <a:lstStyle/>
        <a:p>
          <a:endParaRPr lang="en-US"/>
        </a:p>
      </dgm:t>
    </dgm:pt>
    <dgm:pt modelId="{1C0CBADF-F2FF-4C75-AD39-CD5879D9727C}" type="sibTrans" cxnId="{F46B3331-0312-4192-A776-64BC1D5868AB}">
      <dgm:prSet/>
      <dgm:spPr/>
      <dgm:t>
        <a:bodyPr/>
        <a:lstStyle/>
        <a:p>
          <a:endParaRPr lang="en-US"/>
        </a:p>
      </dgm:t>
    </dgm:pt>
    <dgm:pt modelId="{988AF6F0-31BD-4403-B720-1A88ED1A707B}">
      <dgm:prSet/>
      <dgm:spPr/>
      <dgm:t>
        <a:bodyPr/>
        <a:lstStyle/>
        <a:p>
          <a:r>
            <a:rPr lang="en-US"/>
            <a:t>• Source-traceable evidence from Azure Search</a:t>
          </a:r>
        </a:p>
      </dgm:t>
    </dgm:pt>
    <dgm:pt modelId="{D28A099C-3B86-4E54-95B5-A4690DF33617}" type="parTrans" cxnId="{3A5E54F2-93F2-4FF2-B7DE-6351A6D9E5B9}">
      <dgm:prSet/>
      <dgm:spPr/>
      <dgm:t>
        <a:bodyPr/>
        <a:lstStyle/>
        <a:p>
          <a:endParaRPr lang="en-US"/>
        </a:p>
      </dgm:t>
    </dgm:pt>
    <dgm:pt modelId="{54F8E3C2-7947-425C-B423-4050711EF4C4}" type="sibTrans" cxnId="{3A5E54F2-93F2-4FF2-B7DE-6351A6D9E5B9}">
      <dgm:prSet/>
      <dgm:spPr/>
      <dgm:t>
        <a:bodyPr/>
        <a:lstStyle/>
        <a:p>
          <a:endParaRPr lang="en-US"/>
        </a:p>
      </dgm:t>
    </dgm:pt>
    <dgm:pt modelId="{0B94CFEC-BEFC-48A0-83B5-1DBE2CFFB3F3}">
      <dgm:prSet/>
      <dgm:spPr/>
      <dgm:t>
        <a:bodyPr/>
        <a:lstStyle/>
        <a:p>
          <a:r>
            <a:rPr lang="en-US"/>
            <a:t>• Deterministic plan = auditable and reproducible</a:t>
          </a:r>
        </a:p>
      </dgm:t>
    </dgm:pt>
    <dgm:pt modelId="{F2528F10-F3D8-47DD-8548-181EF8771342}" type="parTrans" cxnId="{23F0504F-2F25-4325-83B2-EDA9AD4F3963}">
      <dgm:prSet/>
      <dgm:spPr/>
      <dgm:t>
        <a:bodyPr/>
        <a:lstStyle/>
        <a:p>
          <a:endParaRPr lang="en-US"/>
        </a:p>
      </dgm:t>
    </dgm:pt>
    <dgm:pt modelId="{0E7A2D37-DF26-4536-A971-19B416DCA02C}" type="sibTrans" cxnId="{23F0504F-2F25-4325-83B2-EDA9AD4F3963}">
      <dgm:prSet/>
      <dgm:spPr/>
      <dgm:t>
        <a:bodyPr/>
        <a:lstStyle/>
        <a:p>
          <a:endParaRPr lang="en-US"/>
        </a:p>
      </dgm:t>
    </dgm:pt>
    <dgm:pt modelId="{B4A6FDD9-27F1-4EB7-967B-A5928CCA236B}">
      <dgm:prSet/>
      <dgm:spPr/>
      <dgm:t>
        <a:bodyPr/>
        <a:lstStyle/>
        <a:p>
          <a:r>
            <a:rPr lang="en-US"/>
            <a:t>• Human-in-loop alert escalation possible</a:t>
          </a:r>
        </a:p>
      </dgm:t>
    </dgm:pt>
    <dgm:pt modelId="{07163587-5E63-4A93-9BA1-E08F335AA54B}" type="parTrans" cxnId="{C52D1F5D-7054-4E79-B6A8-70E73807AD06}">
      <dgm:prSet/>
      <dgm:spPr/>
      <dgm:t>
        <a:bodyPr/>
        <a:lstStyle/>
        <a:p>
          <a:endParaRPr lang="en-US"/>
        </a:p>
      </dgm:t>
    </dgm:pt>
    <dgm:pt modelId="{AB101C56-823E-4538-A1B6-0B4891A7A5EA}" type="sibTrans" cxnId="{C52D1F5D-7054-4E79-B6A8-70E73807AD06}">
      <dgm:prSet/>
      <dgm:spPr/>
      <dgm:t>
        <a:bodyPr/>
        <a:lstStyle/>
        <a:p>
          <a:endParaRPr lang="en-US"/>
        </a:p>
      </dgm:t>
    </dgm:pt>
    <dgm:pt modelId="{8FB81F7F-2499-4F26-97A8-8AEBC0CF5CFE}" type="pres">
      <dgm:prSet presAssocID="{8A113E26-72B8-4F0A-9ACD-FA23C5637958}" presName="matrix" presStyleCnt="0">
        <dgm:presLayoutVars>
          <dgm:chMax val="1"/>
          <dgm:dir/>
          <dgm:resizeHandles val="exact"/>
        </dgm:presLayoutVars>
      </dgm:prSet>
      <dgm:spPr/>
    </dgm:pt>
    <dgm:pt modelId="{6064BF11-30CF-4BC3-86DE-26E924791228}" type="pres">
      <dgm:prSet presAssocID="{8A113E26-72B8-4F0A-9ACD-FA23C5637958}" presName="diamond" presStyleLbl="bgShp" presStyleIdx="0" presStyleCnt="1"/>
      <dgm:spPr/>
    </dgm:pt>
    <dgm:pt modelId="{0D95FC0F-B06F-4433-A379-6421B4EADAD4}" type="pres">
      <dgm:prSet presAssocID="{8A113E26-72B8-4F0A-9ACD-FA23C563795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B79F81C-83B0-453B-8030-72E97878C7CC}" type="pres">
      <dgm:prSet presAssocID="{8A113E26-72B8-4F0A-9ACD-FA23C563795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DD0E1FB-E68D-406F-97C4-D0B953AFCFFD}" type="pres">
      <dgm:prSet presAssocID="{8A113E26-72B8-4F0A-9ACD-FA23C563795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95C6DAF-E55A-4835-AE90-58E46500186E}" type="pres">
      <dgm:prSet presAssocID="{8A113E26-72B8-4F0A-9ACD-FA23C563795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0998207-86D7-4DAF-94DC-37FD13A0CD73}" type="presOf" srcId="{0B94CFEC-BEFC-48A0-83B5-1DBE2CFFB3F3}" destId="{2DD0E1FB-E68D-406F-97C4-D0B953AFCFFD}" srcOrd="0" destOrd="0" presId="urn:microsoft.com/office/officeart/2005/8/layout/matrix3"/>
    <dgm:cxn modelId="{F46B3331-0312-4192-A776-64BC1D5868AB}" srcId="{8A113E26-72B8-4F0A-9ACD-FA23C5637958}" destId="{B23AC036-85F5-43FF-A93C-754E7108ECC7}" srcOrd="0" destOrd="0" parTransId="{B77E1372-4B45-4972-BE0F-BC985B80B848}" sibTransId="{1C0CBADF-F2FF-4C75-AD39-CD5879D9727C}"/>
    <dgm:cxn modelId="{C52D1F5D-7054-4E79-B6A8-70E73807AD06}" srcId="{8A113E26-72B8-4F0A-9ACD-FA23C5637958}" destId="{B4A6FDD9-27F1-4EB7-967B-A5928CCA236B}" srcOrd="3" destOrd="0" parTransId="{07163587-5E63-4A93-9BA1-E08F335AA54B}" sibTransId="{AB101C56-823E-4538-A1B6-0B4891A7A5EA}"/>
    <dgm:cxn modelId="{B084044C-3D9B-4D0D-AFC5-0894F279D9A8}" type="presOf" srcId="{B4A6FDD9-27F1-4EB7-967B-A5928CCA236B}" destId="{B95C6DAF-E55A-4835-AE90-58E46500186E}" srcOrd="0" destOrd="0" presId="urn:microsoft.com/office/officeart/2005/8/layout/matrix3"/>
    <dgm:cxn modelId="{23F0504F-2F25-4325-83B2-EDA9AD4F3963}" srcId="{8A113E26-72B8-4F0A-9ACD-FA23C5637958}" destId="{0B94CFEC-BEFC-48A0-83B5-1DBE2CFFB3F3}" srcOrd="2" destOrd="0" parTransId="{F2528F10-F3D8-47DD-8548-181EF8771342}" sibTransId="{0E7A2D37-DF26-4536-A971-19B416DCA02C}"/>
    <dgm:cxn modelId="{84B7CF7B-BECC-4378-B2B9-E2188AC943FF}" type="presOf" srcId="{B23AC036-85F5-43FF-A93C-754E7108ECC7}" destId="{0D95FC0F-B06F-4433-A379-6421B4EADAD4}" srcOrd="0" destOrd="0" presId="urn:microsoft.com/office/officeart/2005/8/layout/matrix3"/>
    <dgm:cxn modelId="{DF0CD2BF-7578-4970-AF15-D97D29987674}" type="presOf" srcId="{988AF6F0-31BD-4403-B720-1A88ED1A707B}" destId="{9B79F81C-83B0-453B-8030-72E97878C7CC}" srcOrd="0" destOrd="0" presId="urn:microsoft.com/office/officeart/2005/8/layout/matrix3"/>
    <dgm:cxn modelId="{A28227D1-CFCD-4D26-873E-6A20F4D4C047}" type="presOf" srcId="{8A113E26-72B8-4F0A-9ACD-FA23C5637958}" destId="{8FB81F7F-2499-4F26-97A8-8AEBC0CF5CFE}" srcOrd="0" destOrd="0" presId="urn:microsoft.com/office/officeart/2005/8/layout/matrix3"/>
    <dgm:cxn modelId="{3A5E54F2-93F2-4FF2-B7DE-6351A6D9E5B9}" srcId="{8A113E26-72B8-4F0A-9ACD-FA23C5637958}" destId="{988AF6F0-31BD-4403-B720-1A88ED1A707B}" srcOrd="1" destOrd="0" parTransId="{D28A099C-3B86-4E54-95B5-A4690DF33617}" sibTransId="{54F8E3C2-7947-425C-B423-4050711EF4C4}"/>
    <dgm:cxn modelId="{1371628C-D928-454B-B477-4D271F5C9108}" type="presParOf" srcId="{8FB81F7F-2499-4F26-97A8-8AEBC0CF5CFE}" destId="{6064BF11-30CF-4BC3-86DE-26E924791228}" srcOrd="0" destOrd="0" presId="urn:microsoft.com/office/officeart/2005/8/layout/matrix3"/>
    <dgm:cxn modelId="{9E853F22-485D-4364-BF2C-91901094D37F}" type="presParOf" srcId="{8FB81F7F-2499-4F26-97A8-8AEBC0CF5CFE}" destId="{0D95FC0F-B06F-4433-A379-6421B4EADAD4}" srcOrd="1" destOrd="0" presId="urn:microsoft.com/office/officeart/2005/8/layout/matrix3"/>
    <dgm:cxn modelId="{4771B984-BD22-4F9A-ABA8-F7A816733165}" type="presParOf" srcId="{8FB81F7F-2499-4F26-97A8-8AEBC0CF5CFE}" destId="{9B79F81C-83B0-453B-8030-72E97878C7CC}" srcOrd="2" destOrd="0" presId="urn:microsoft.com/office/officeart/2005/8/layout/matrix3"/>
    <dgm:cxn modelId="{539704A0-2CFE-428F-AF02-0E913EE9F321}" type="presParOf" srcId="{8FB81F7F-2499-4F26-97A8-8AEBC0CF5CFE}" destId="{2DD0E1FB-E68D-406F-97C4-D0B953AFCFFD}" srcOrd="3" destOrd="0" presId="urn:microsoft.com/office/officeart/2005/8/layout/matrix3"/>
    <dgm:cxn modelId="{B4E0EF36-5BAD-4034-9561-43CCAFB9F074}" type="presParOf" srcId="{8FB81F7F-2499-4F26-97A8-8AEBC0CF5CFE}" destId="{B95C6DAF-E55A-4835-AE90-58E46500186E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03670D-83ED-4807-877F-74BE2956373D}">
      <dsp:nvSpPr>
        <dsp:cNvPr id="0" name=""/>
        <dsp:cNvSpPr/>
      </dsp:nvSpPr>
      <dsp:spPr>
        <a:xfrm>
          <a:off x="0" y="431616"/>
          <a:ext cx="2561209" cy="153672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Telemetry ingestion (IoT Hub or simulated events)</a:t>
          </a:r>
        </a:p>
      </dsp:txBody>
      <dsp:txXfrm>
        <a:off x="0" y="431616"/>
        <a:ext cx="2561209" cy="1536725"/>
      </dsp:txXfrm>
    </dsp:sp>
    <dsp:sp modelId="{D1485BE5-C57D-4A50-96FD-76A88DBB4094}">
      <dsp:nvSpPr>
        <dsp:cNvPr id="0" name=""/>
        <dsp:cNvSpPr/>
      </dsp:nvSpPr>
      <dsp:spPr>
        <a:xfrm>
          <a:off x="2817330" y="431616"/>
          <a:ext cx="2561209" cy="1536725"/>
        </a:xfrm>
        <a:prstGeom prst="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Stateful Predictor Agent (Python)</a:t>
          </a:r>
        </a:p>
      </dsp:txBody>
      <dsp:txXfrm>
        <a:off x="2817330" y="431616"/>
        <a:ext cx="2561209" cy="1536725"/>
      </dsp:txXfrm>
    </dsp:sp>
    <dsp:sp modelId="{9CECD94F-BC0C-4CDA-943A-ED60A50C40FA}">
      <dsp:nvSpPr>
        <dsp:cNvPr id="0" name=""/>
        <dsp:cNvSpPr/>
      </dsp:nvSpPr>
      <dsp:spPr>
        <a:xfrm>
          <a:off x="5634661" y="431616"/>
          <a:ext cx="2561209" cy="1536725"/>
        </a:xfrm>
        <a:prstGeom prst="rect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Azure AI Search (RAG evidence retrieval)</a:t>
          </a:r>
        </a:p>
      </dsp:txBody>
      <dsp:txXfrm>
        <a:off x="5634661" y="431616"/>
        <a:ext cx="2561209" cy="1536725"/>
      </dsp:txXfrm>
    </dsp:sp>
    <dsp:sp modelId="{55E77CB6-03EF-45E5-BF3E-7516E3B33FB3}">
      <dsp:nvSpPr>
        <dsp:cNvPr id="0" name=""/>
        <dsp:cNvSpPr/>
      </dsp:nvSpPr>
      <dsp:spPr>
        <a:xfrm>
          <a:off x="0" y="2224462"/>
          <a:ext cx="2561209" cy="1536725"/>
        </a:xfrm>
        <a:prstGeom prst="rect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Deterministic/SK-ready Planner</a:t>
          </a:r>
        </a:p>
      </dsp:txBody>
      <dsp:txXfrm>
        <a:off x="0" y="2224462"/>
        <a:ext cx="2561209" cy="1536725"/>
      </dsp:txXfrm>
    </dsp:sp>
    <dsp:sp modelId="{D55E3427-F389-4C2F-B3FB-396E8B1EFCDE}">
      <dsp:nvSpPr>
        <dsp:cNvPr id="0" name=""/>
        <dsp:cNvSpPr/>
      </dsp:nvSpPr>
      <dsp:spPr>
        <a:xfrm>
          <a:off x="2817330" y="2224462"/>
          <a:ext cx="2561209" cy="1536725"/>
        </a:xfrm>
        <a:prstGeom prst="rect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Alerting module</a:t>
          </a:r>
        </a:p>
      </dsp:txBody>
      <dsp:txXfrm>
        <a:off x="2817330" y="2224462"/>
        <a:ext cx="2561209" cy="1536725"/>
      </dsp:txXfrm>
    </dsp:sp>
    <dsp:sp modelId="{4C431799-7922-47B6-A33A-39A5C8E2E1A5}">
      <dsp:nvSpPr>
        <dsp:cNvPr id="0" name=""/>
        <dsp:cNvSpPr/>
      </dsp:nvSpPr>
      <dsp:spPr>
        <a:xfrm>
          <a:off x="5634661" y="2224462"/>
          <a:ext cx="2561209" cy="1536725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Azure AI Foundry (Model hosting + project runtime)</a:t>
          </a:r>
        </a:p>
      </dsp:txBody>
      <dsp:txXfrm>
        <a:off x="5634661" y="2224462"/>
        <a:ext cx="2561209" cy="15367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ECF631-4CC1-499B-95B6-F72A3AA2F7F9}">
      <dsp:nvSpPr>
        <dsp:cNvPr id="0" name=""/>
        <dsp:cNvSpPr/>
      </dsp:nvSpPr>
      <dsp:spPr>
        <a:xfrm>
          <a:off x="0" y="431616"/>
          <a:ext cx="2561209" cy="153672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Predictor Agent → Risk scoring, stateful history</a:t>
          </a:r>
        </a:p>
      </dsp:txBody>
      <dsp:txXfrm>
        <a:off x="0" y="431616"/>
        <a:ext cx="2561209" cy="1536725"/>
      </dsp:txXfrm>
    </dsp:sp>
    <dsp:sp modelId="{A66FD5EF-0800-4843-A193-665A48CC94A3}">
      <dsp:nvSpPr>
        <dsp:cNvPr id="0" name=""/>
        <dsp:cNvSpPr/>
      </dsp:nvSpPr>
      <dsp:spPr>
        <a:xfrm>
          <a:off x="2817330" y="431616"/>
          <a:ext cx="2561209" cy="1536725"/>
        </a:xfrm>
        <a:prstGeom prst="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RAG Retriever → Queries Azure AI Search index</a:t>
          </a:r>
        </a:p>
      </dsp:txBody>
      <dsp:txXfrm>
        <a:off x="2817330" y="431616"/>
        <a:ext cx="2561209" cy="1536725"/>
      </dsp:txXfrm>
    </dsp:sp>
    <dsp:sp modelId="{33773DC8-538D-4188-9D5F-806F204DB525}">
      <dsp:nvSpPr>
        <dsp:cNvPr id="0" name=""/>
        <dsp:cNvSpPr/>
      </dsp:nvSpPr>
      <dsp:spPr>
        <a:xfrm>
          <a:off x="5634661" y="431616"/>
          <a:ext cx="2561209" cy="1536725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Planner Agent → Generates workflow &amp; procedures</a:t>
          </a:r>
        </a:p>
      </dsp:txBody>
      <dsp:txXfrm>
        <a:off x="5634661" y="431616"/>
        <a:ext cx="2561209" cy="1536725"/>
      </dsp:txXfrm>
    </dsp:sp>
    <dsp:sp modelId="{714EBD5D-92B3-4A84-81F2-4D7FE544AF5A}">
      <dsp:nvSpPr>
        <dsp:cNvPr id="0" name=""/>
        <dsp:cNvSpPr/>
      </dsp:nvSpPr>
      <dsp:spPr>
        <a:xfrm>
          <a:off x="1408665" y="2224462"/>
          <a:ext cx="2561209" cy="1536725"/>
        </a:xfrm>
        <a:prstGeom prst="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Alert Agent → Threshold-based alerting</a:t>
          </a:r>
        </a:p>
      </dsp:txBody>
      <dsp:txXfrm>
        <a:off x="1408665" y="2224462"/>
        <a:ext cx="2561209" cy="1536725"/>
      </dsp:txXfrm>
    </dsp:sp>
    <dsp:sp modelId="{7187FE05-825F-4821-BC1B-5ECF35722B63}">
      <dsp:nvSpPr>
        <dsp:cNvPr id="0" name=""/>
        <dsp:cNvSpPr/>
      </dsp:nvSpPr>
      <dsp:spPr>
        <a:xfrm>
          <a:off x="4225995" y="2224462"/>
          <a:ext cx="2561209" cy="1536725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Orchestrator → Coordinates all tools &amp; produces report</a:t>
          </a:r>
        </a:p>
      </dsp:txBody>
      <dsp:txXfrm>
        <a:off x="4225995" y="2224462"/>
        <a:ext cx="2561209" cy="153672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1C393D-23EC-4257-9C6A-869166147E2F}">
      <dsp:nvSpPr>
        <dsp:cNvPr id="0" name=""/>
        <dsp:cNvSpPr/>
      </dsp:nvSpPr>
      <dsp:spPr>
        <a:xfrm>
          <a:off x="0" y="431616"/>
          <a:ext cx="2561209" cy="153672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1. Telemetry event received</a:t>
          </a:r>
        </a:p>
      </dsp:txBody>
      <dsp:txXfrm>
        <a:off x="0" y="431616"/>
        <a:ext cx="2561209" cy="1536725"/>
      </dsp:txXfrm>
    </dsp:sp>
    <dsp:sp modelId="{D3113AE2-EB46-445E-A5E2-3FAB5FD9D8A5}">
      <dsp:nvSpPr>
        <dsp:cNvPr id="0" name=""/>
        <dsp:cNvSpPr/>
      </dsp:nvSpPr>
      <dsp:spPr>
        <a:xfrm>
          <a:off x="2817330" y="431616"/>
          <a:ext cx="2561209" cy="1536725"/>
        </a:xfrm>
        <a:prstGeom prst="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2. Predictor computes risk (stateful logic)</a:t>
          </a:r>
        </a:p>
      </dsp:txBody>
      <dsp:txXfrm>
        <a:off x="2817330" y="431616"/>
        <a:ext cx="2561209" cy="1536725"/>
      </dsp:txXfrm>
    </dsp:sp>
    <dsp:sp modelId="{6547CEE5-885C-4DF0-94A3-FF1A7FF8126E}">
      <dsp:nvSpPr>
        <dsp:cNvPr id="0" name=""/>
        <dsp:cNvSpPr/>
      </dsp:nvSpPr>
      <dsp:spPr>
        <a:xfrm>
          <a:off x="5634661" y="431616"/>
          <a:ext cx="2561209" cy="1536725"/>
        </a:xfrm>
        <a:prstGeom prst="rect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3. Risk ≥ threshold → RAG retrieval from AI Search</a:t>
          </a:r>
        </a:p>
      </dsp:txBody>
      <dsp:txXfrm>
        <a:off x="5634661" y="431616"/>
        <a:ext cx="2561209" cy="1536725"/>
      </dsp:txXfrm>
    </dsp:sp>
    <dsp:sp modelId="{55804C8E-8C06-4568-B466-8ED8218C68ED}">
      <dsp:nvSpPr>
        <dsp:cNvPr id="0" name=""/>
        <dsp:cNvSpPr/>
      </dsp:nvSpPr>
      <dsp:spPr>
        <a:xfrm>
          <a:off x="0" y="2224462"/>
          <a:ext cx="2561209" cy="1536725"/>
        </a:xfrm>
        <a:prstGeom prst="rect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4. Planner generates steps, safety, ETA, rollback</a:t>
          </a:r>
        </a:p>
      </dsp:txBody>
      <dsp:txXfrm>
        <a:off x="0" y="2224462"/>
        <a:ext cx="2561209" cy="1536725"/>
      </dsp:txXfrm>
    </dsp:sp>
    <dsp:sp modelId="{6705E48C-AD96-4A1A-BB9E-CEE8C8DB81DA}">
      <dsp:nvSpPr>
        <dsp:cNvPr id="0" name=""/>
        <dsp:cNvSpPr/>
      </dsp:nvSpPr>
      <dsp:spPr>
        <a:xfrm>
          <a:off x="2817330" y="2224462"/>
          <a:ext cx="2561209" cy="1536725"/>
        </a:xfrm>
        <a:prstGeom prst="rect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5. Alert module triggers high-risk alerts</a:t>
          </a:r>
        </a:p>
      </dsp:txBody>
      <dsp:txXfrm>
        <a:off x="2817330" y="2224462"/>
        <a:ext cx="2561209" cy="1536725"/>
      </dsp:txXfrm>
    </dsp:sp>
    <dsp:sp modelId="{E5C64B76-7C1B-44C0-A602-F63582B1035B}">
      <dsp:nvSpPr>
        <dsp:cNvPr id="0" name=""/>
        <dsp:cNvSpPr/>
      </dsp:nvSpPr>
      <dsp:spPr>
        <a:xfrm>
          <a:off x="5634661" y="2224462"/>
          <a:ext cx="2561209" cy="1536725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6. Orchestrator compiles final maintenance report</a:t>
          </a:r>
        </a:p>
      </dsp:txBody>
      <dsp:txXfrm>
        <a:off x="5634661" y="2224462"/>
        <a:ext cx="2561209" cy="153672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64BF11-30CF-4BC3-86DE-26E924791228}">
      <dsp:nvSpPr>
        <dsp:cNvPr id="0" name=""/>
        <dsp:cNvSpPr/>
      </dsp:nvSpPr>
      <dsp:spPr>
        <a:xfrm>
          <a:off x="2001533" y="0"/>
          <a:ext cx="4192805" cy="4192805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95FC0F-B06F-4433-A379-6421B4EADAD4}">
      <dsp:nvSpPr>
        <dsp:cNvPr id="0" name=""/>
        <dsp:cNvSpPr/>
      </dsp:nvSpPr>
      <dsp:spPr>
        <a:xfrm>
          <a:off x="2399849" y="398316"/>
          <a:ext cx="1635193" cy="163519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Transparent, risk based logic</a:t>
          </a:r>
        </a:p>
      </dsp:txBody>
      <dsp:txXfrm>
        <a:off x="2479673" y="478140"/>
        <a:ext cx="1475545" cy="1475545"/>
      </dsp:txXfrm>
    </dsp:sp>
    <dsp:sp modelId="{9B79F81C-83B0-453B-8030-72E97878C7CC}">
      <dsp:nvSpPr>
        <dsp:cNvPr id="0" name=""/>
        <dsp:cNvSpPr/>
      </dsp:nvSpPr>
      <dsp:spPr>
        <a:xfrm>
          <a:off x="4160827" y="398316"/>
          <a:ext cx="1635193" cy="1635193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Source-traceable evidence from Azure Search</a:t>
          </a:r>
        </a:p>
      </dsp:txBody>
      <dsp:txXfrm>
        <a:off x="4240651" y="478140"/>
        <a:ext cx="1475545" cy="1475545"/>
      </dsp:txXfrm>
    </dsp:sp>
    <dsp:sp modelId="{2DD0E1FB-E68D-406F-97C4-D0B953AFCFFD}">
      <dsp:nvSpPr>
        <dsp:cNvPr id="0" name=""/>
        <dsp:cNvSpPr/>
      </dsp:nvSpPr>
      <dsp:spPr>
        <a:xfrm>
          <a:off x="2399849" y="2159294"/>
          <a:ext cx="1635193" cy="1635193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Deterministic plan = auditable and reproducible</a:t>
          </a:r>
        </a:p>
      </dsp:txBody>
      <dsp:txXfrm>
        <a:off x="2479673" y="2239118"/>
        <a:ext cx="1475545" cy="1475545"/>
      </dsp:txXfrm>
    </dsp:sp>
    <dsp:sp modelId="{B95C6DAF-E55A-4835-AE90-58E46500186E}">
      <dsp:nvSpPr>
        <dsp:cNvPr id="0" name=""/>
        <dsp:cNvSpPr/>
      </dsp:nvSpPr>
      <dsp:spPr>
        <a:xfrm>
          <a:off x="4160827" y="2159294"/>
          <a:ext cx="1635193" cy="1635193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Human-in-loop alert escalation possible</a:t>
          </a:r>
        </a:p>
      </dsp:txBody>
      <dsp:txXfrm>
        <a:off x="4240651" y="2239118"/>
        <a:ext cx="1475545" cy="14755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200">
                <a:solidFill>
                  <a:srgbClr val="FFFFFF"/>
                </a:solidFill>
              </a:rPr>
              <a:t>Smart Maintenance System for Industrial IoT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Jayshree Venkatesvaran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System Architecture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E94D22A-1642-0AA5-FB0E-E5B1364997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664059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Agent Design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920B07F-3288-202D-14F7-246AEFD94B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659729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End-to-End Workflow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E084E35-83E0-C53E-4559-3EC59926F4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8937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Responsible AI &amp; Compliance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9E4785B-85AC-3581-0C2F-AAE8A7069A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854512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492"/>
            <a:ext cx="9143999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35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8" y="-3783777"/>
            <a:ext cx="1576446" cy="9144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69075" y="986"/>
            <a:ext cx="3227567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25F599-7501-A10B-9209-9885D417D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5" y="353160"/>
            <a:ext cx="5318475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>
                <a:solidFill>
                  <a:srgbClr val="FFFFFF"/>
                </a:solidFill>
              </a:rPr>
              <a:t>Screenshot evidence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CE06A7-32BB-D17F-B01E-50467500B9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225" y="2651761"/>
            <a:ext cx="4293902" cy="27695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F0748A-0D14-042B-56DA-746C25A9B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8873" y="2651762"/>
            <a:ext cx="4322580" cy="28204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DADDC1-AC94-7A8B-D093-08C5E0C5D402}"/>
              </a:ext>
            </a:extLst>
          </p:cNvPr>
          <p:cNvSpPr txBox="1"/>
          <p:nvPr/>
        </p:nvSpPr>
        <p:spPr>
          <a:xfrm>
            <a:off x="91225" y="2002536"/>
            <a:ext cx="2693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screenshot</a:t>
            </a:r>
          </a:p>
        </p:txBody>
      </p:sp>
    </p:spTree>
    <p:extLst>
      <p:ext uri="{BB962C8B-B14F-4D97-AF65-F5344CB8AC3E}">
        <p14:creationId xmlns:p14="http://schemas.microsoft.com/office/powerpoint/2010/main" val="1058217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F4BC6A-32D3-FCFB-AB8E-6D921EF9A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BEFFB8-3848-8667-CF62-63139BB7C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Screenshot evidence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5CD66D-7C83-5559-A994-1F95662DD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68" y="2195893"/>
            <a:ext cx="8495662" cy="39929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99542A7-6346-94C1-A27F-C28FFD604423}"/>
              </a:ext>
            </a:extLst>
          </p:cNvPr>
          <p:cNvSpPr txBox="1"/>
          <p:nvPr/>
        </p:nvSpPr>
        <p:spPr>
          <a:xfrm>
            <a:off x="191809" y="1669780"/>
            <a:ext cx="2693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 screenshot</a:t>
            </a:r>
          </a:p>
        </p:txBody>
      </p:sp>
    </p:spTree>
    <p:extLst>
      <p:ext uri="{BB962C8B-B14F-4D97-AF65-F5344CB8AC3E}">
        <p14:creationId xmlns:p14="http://schemas.microsoft.com/office/powerpoint/2010/main" val="283758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186</Words>
  <Application>Microsoft Office PowerPoint</Application>
  <PresentationFormat>On-screen Show (4:3)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Smart Maintenance System for Industrial IoT</vt:lpstr>
      <vt:lpstr>System Architecture</vt:lpstr>
      <vt:lpstr>Agent Design</vt:lpstr>
      <vt:lpstr>End-to-End Workflow</vt:lpstr>
      <vt:lpstr>Responsible AI &amp; Compliance</vt:lpstr>
      <vt:lpstr>Screenshot evidence</vt:lpstr>
      <vt:lpstr>Screenshot evidence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Venkatesvaran, Jayshree</cp:lastModifiedBy>
  <cp:revision>8</cp:revision>
  <dcterms:created xsi:type="dcterms:W3CDTF">2013-01-27T09:14:16Z</dcterms:created>
  <dcterms:modified xsi:type="dcterms:W3CDTF">2025-11-07T11:44:07Z</dcterms:modified>
  <cp:category/>
</cp:coreProperties>
</file>